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43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yeshaMuskan-a/sales-performance-analysi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REVENUE INSIGHTS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for business stakeholders — built to track revenue, profit, and growth across regions, categories, and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698480" y="-1097280"/>
            <a:ext cx="2926080" cy="292608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6" name="Shape 4"/>
          <p:cNvSpPr/>
          <p:nvPr/>
        </p:nvSpPr>
        <p:spPr>
          <a:xfrm>
            <a:off x="-1280160" y="5120640"/>
            <a:ext cx="2743200" cy="274320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Dashboard Design  |  DataX Labs Internship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44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Ayesha Muskan 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that helps business stakeholders make faster, better-informed decisions.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21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revenue, profit, and order volume across regions, categories, and products.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221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Growth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top-performing products, high-value customers, and seasonal revenue patterns.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507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Interactivity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stakeholders filter by region, category, year, month, and quarter on demand.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42519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4507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Forecasting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5166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trend analysis and a regression model to anticipate future revenue.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Revenue Insights Dashboard  |  DataX Labs — Task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Data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workflow — from raw data to an interactive stakeholder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transformation &amp; querying (MySQL)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95928" y="29260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286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8803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visualization &amp; ML forecasting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(Pandas, NumPy, Matplotlib, Seaborn, Scikit-learn)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44968" y="29260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286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21040" y="28803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dashboard, KPI cards, slicers &amp; visuals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Sales &amp; Financial performance data (Superstore-style), analyzed across region, category, product, customer, and time dimensions.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Revenue Insights Dashboard  |  DataX Labs — Task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headline KPI cards give stakeholders an instant read on business health.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value across all orders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93592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profitability after cost of sales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2784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55664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across the full period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34856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17736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17736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order — a growth lever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31720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80960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let stakeholders drill into any region, product line, or time period without leaving the page.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Revenue Insights Dashboard  |  DataX Labs — Task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— revenue trend, regional split, top products &amp; customers, all on one page.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39619" y="1344168"/>
            <a:ext cx="9312456" cy="5266944"/>
          </a:xfrm>
          <a:prstGeom prst="roundRect">
            <a:avLst>
              <a:gd name="adj" fmla="val 86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task3/sales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771" y="1417320"/>
            <a:ext cx="9166152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Revenue Insights Dashboard  |  DataX Labs — Task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shows strong growth, peaking in Q4 — a clear seasonal pattern.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103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generates the highest revenue of all regions.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products drives a disproportionate share of total sales.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57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category dominates overall revenue contribution.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434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revenue is skewed — a few key customers generate most sales.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Revenue Insights Dashboard  |  DataX Labs — Task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Forecasting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supports decisions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decision-making with a single source of truth for sales performance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growth opportunities by region, category, and product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strategy for underperforming segments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sales trends to guide planning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 trained on historical revenue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captured via sine/cosine transformations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forward-looking monthly revenue forecasts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ARIMA/Prophet models, RFM customer segmentation, and an automated data pipeline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Revenue Insights Dashboard  |  DataX Labs — Task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2926080" cy="292608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— SQL scripts, Python analysis, and the Power BI dashboard file:</a:t>
            </a:r>
            <a:endParaRPr lang="en-US" sz="14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22960" y="382075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smtClean="0">
                <a:solidFill>
                  <a:schemeClr val="accent4"/>
                </a:solidFill>
              </a:rPr>
              <a:t>github.com/</a:t>
            </a:r>
            <a:r>
              <a:rPr lang="en-US" sz="1500" dirty="0" err="1" smtClean="0">
                <a:solidFill>
                  <a:schemeClr val="accent4"/>
                </a:solidFill>
              </a:rPr>
              <a:t>AyeshaMuskan</a:t>
            </a:r>
            <a:r>
              <a:rPr lang="en-US" sz="1500" dirty="0" smtClean="0">
                <a:solidFill>
                  <a:schemeClr val="accent4"/>
                </a:solidFill>
              </a:rPr>
              <a:t>-a/task3-sales-dashboard/tree/main</a:t>
            </a:r>
            <a:endParaRPr lang="en-US" sz="15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555</Words>
  <Application>Microsoft Office PowerPoint</Application>
  <PresentationFormat>Widescreen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&amp; Revenue Insights Dashboard</dc:title>
  <dc:subject>PptxGenJS Presentation</dc:subject>
  <dc:creator>Ayesha Muskan A</dc:creator>
  <cp:lastModifiedBy>Microsoft account</cp:lastModifiedBy>
  <cp:revision>3</cp:revision>
  <dcterms:created xsi:type="dcterms:W3CDTF">2026-07-06T13:38:42Z</dcterms:created>
  <dcterms:modified xsi:type="dcterms:W3CDTF">2026-07-06T14:05:46Z</dcterms:modified>
</cp:coreProperties>
</file>